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669280" cy="566928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8375C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480560"/>
            <a:ext cx="146304" cy="14630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cybercrime cash-out hotspots before the money moves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430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532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26184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9080" y="51206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430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768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5532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Cybersecurity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51206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430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2668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5532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predictive intelligence layer, not a replacement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response today is reactive: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→ trace → identify → freeze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acting only after cash is already withdrawn. Fraud investigators have a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15–45 minute golden window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a mule-account trigger and physical cash-out.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93192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activates only on an authorized CFCFRMS / 1930 trigger, then forecasts where flagged funds will be withdrawn — buying investigators lead time inside that window.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8470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authenticity scoring gates every trigger before prediction runs — no chasing fake reports.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9718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32644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CatBoost on graph-derived features, ranked by a Hawkes-process ATM scorer.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43891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Act, lawfully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46817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route through CFCFRMS to LEAs and banks — no direct fund-freeze shortcuts.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trigger to lawful intervention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08483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Intake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346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 / NCRP / CFCFRMS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40487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41448" y="19202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0C2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51176" y="208483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551176" y="28346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 + bank + history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240487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34256" y="19202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43984" y="208483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28346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Redis, k-hop graph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025896" y="240487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27064" y="19202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36792" y="208483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36792" y="28346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LightGBM/CatBoost + Hawkes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918704" y="240487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19872" y="19202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0" y="208483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8346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× Urgency × Amount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811512" y="240487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12680" y="19202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22408" y="208483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122408" y="28346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CFCFRMS → LEA / bank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70332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three-layer attestation chain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" y="4343400"/>
            <a:ext cx="320040" cy="3200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Complainant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261872" y="4553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OTP-verified identity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0690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80560" y="4343400"/>
            <a:ext cx="320040" cy="3200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8056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919472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919472" y="4553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 matched via CFCFRMS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7266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38160" y="4343400"/>
            <a:ext cx="320040" cy="3200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13816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577072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577072" y="4553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 call reference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 attestations = high confidence  •  2 of 3 = flagged, forwarded  •  1 of 3 = held for human review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real data, honest about limits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strengths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385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calibrated to RBI ATM-density data across all 7 JCCT regions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0C2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7614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LightGBM/CatBoost chosen for CPU-speed inference and native feature-importance explainability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0C2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5844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temporal validation — honest recall reported, not a leaked headline number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4074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DPDP-compliant anonymization built into the data pipeline from the start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20574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1671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access to bank CBS / CDR data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scoped out; design relies only on CFCFRMS-mediated, authorized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2461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3355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wrongful account freezes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6850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scoring gate + graduated response tiers before any hard 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4348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5445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defensibility of alerts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737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CFCFRMS-mediated dispatch only; Section 105 BNSS grounds document per alert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recovered, trust preserved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₹22,845 Cr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cyber fraud in India in 2024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828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15–45 min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06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window SENTINEL targets for interception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58200" y="1828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3-way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606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gate before any wrongful freeze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405993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Prioritized, explainable alerts instead of an undifferentiated complaint queue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654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CFCFRMS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65429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legally routed hold requests — no ad-hoc freeze pressure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248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703320" y="524865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wrongful account freezes; genuine victims recover funds faster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5029200" cy="5029200"/>
          </a:xfrm>
          <a:prstGeom prst="ellipse">
            <a:avLst/>
          </a:prstGeom>
          <a:solidFill>
            <a:srgbClr val="14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documented, public sources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91440" cy="91440"/>
          </a:xfrm>
          <a:prstGeom prst="round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Annual Report, 2023–24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75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density and deployment figures used to calibrate the synthetic dataset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91440" cy="91440"/>
          </a:xfrm>
          <a:prstGeom prst="roundRect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I4C / NCRP public statistics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529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JCCT regional crime distribution and complaint-volume baselines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91440" cy="91440"/>
          </a:xfrm>
          <a:prstGeom prst="round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337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Personal Data Protection Act, 2023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301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Anonymization and retention design for the data pipeline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91440" cy="91440"/>
          </a:xfrm>
          <a:prstGeom prst="roundRect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Nagarik Suraksha Sanhita, 2023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074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basis for grounds documents and lawful alert routing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91440" cy="91440"/>
          </a:xfrm>
          <a:prstGeom prst="roundRect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Cyber Security Framework / CFCFRMS documentation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846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Mediated fund-hold path — no direct-to-bank freeze mechanism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NameError  •  SIH 26184  •  SENTINEL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2026-09-24T05:45:04Z</dcterms:created>
  <dcterms:modified xsi:type="dcterms:W3CDTF">2026-09-24T05:45:04Z</dcterms:modified>
</cp:coreProperties>
</file>